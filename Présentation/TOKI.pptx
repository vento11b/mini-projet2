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72" r:id="rId9"/>
    <p:sldId id="273" r:id="rId10"/>
    <p:sldId id="267" r:id="rId11"/>
    <p:sldId id="269" r:id="rId12"/>
    <p:sldId id="265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CFF1FD"/>
    <a:srgbClr val="6698EC"/>
    <a:srgbClr val="81A6E6"/>
    <a:srgbClr val="9CB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C310B-918C-4C6B-8262-16D23C938C7B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98FA1-20D3-46ED-A06E-B96DB04CEA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255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Envoie de message (comment ca ce passe)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798FA1-20D3-46ED-A06E-B96DB04CEA0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8319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0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01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20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8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40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21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8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43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30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80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59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63FDE48-B4AE-4B8C-52CA-9032422EF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73" y="1371600"/>
            <a:ext cx="3250069" cy="2696866"/>
          </a:xfrm>
        </p:spPr>
        <p:txBody>
          <a:bodyPr anchor="t">
            <a:normAutofit fontScale="90000"/>
          </a:bodyPr>
          <a:lstStyle/>
          <a:p>
            <a:r>
              <a:rPr lang="fr-FR" sz="4400"/>
              <a:t>Chat réseau multi-utilisateur </a:t>
            </a:r>
            <a:br>
              <a:rPr lang="fr-FR" sz="4400"/>
            </a:br>
            <a:r>
              <a:rPr lang="fr-FR" sz="4400"/>
              <a:t>TOKI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5E89DB4-843D-490A-8346-F06E9F141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950" y="4532626"/>
            <a:ext cx="3250068" cy="1140304"/>
          </a:xfrm>
        </p:spPr>
        <p:txBody>
          <a:bodyPr anchor="b">
            <a:normAutofit fontScale="92500" lnSpcReduction="10000"/>
          </a:bodyPr>
          <a:lstStyle/>
          <a:p>
            <a:r>
              <a:rPr lang="fr-FR">
                <a:latin typeface="Aptos Display"/>
              </a:rPr>
              <a:t>Brando </a:t>
            </a:r>
            <a:r>
              <a:rPr lang="fr-FR" err="1">
                <a:latin typeface="Aptos Display"/>
              </a:rPr>
              <a:t>Colamarco</a:t>
            </a:r>
            <a:br>
              <a:rPr lang="fr-FR">
                <a:latin typeface="Aptos Display" panose="020B0004020202020204" pitchFamily="34" charset="0"/>
              </a:rPr>
            </a:br>
            <a:r>
              <a:rPr lang="fr-FR" err="1">
                <a:latin typeface="Aptos Display"/>
              </a:rPr>
              <a:t>Vento</a:t>
            </a:r>
            <a:r>
              <a:rPr lang="fr-FR">
                <a:latin typeface="Aptos Display"/>
              </a:rPr>
              <a:t> Diaz BOD</a:t>
            </a:r>
            <a:endParaRPr lang="fr-FR">
              <a:latin typeface="Aptos Display" panose="020B0004020202020204" pitchFamily="34" charset="0"/>
            </a:endParaRPr>
          </a:p>
          <a:p>
            <a:r>
              <a:rPr lang="fr-FR">
                <a:latin typeface="Aptos Display"/>
              </a:rPr>
              <a:t>Yoann </a:t>
            </a:r>
            <a:r>
              <a:rPr lang="fr-FR" err="1">
                <a:latin typeface="Aptos Display"/>
              </a:rPr>
              <a:t>Gnangla</a:t>
            </a:r>
          </a:p>
        </p:txBody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9895113F-1C7F-681E-00DB-1844143DE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723" y="1031001"/>
            <a:ext cx="5343815" cy="48734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CCCF927-5BCD-49BF-F786-40C5A1066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578" y="91124"/>
            <a:ext cx="2908044" cy="88399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5793F7C-45AE-BA90-E620-EE6B614E1DB6}"/>
              </a:ext>
            </a:extLst>
          </p:cNvPr>
          <p:cNvSpPr txBox="1"/>
          <p:nvPr/>
        </p:nvSpPr>
        <p:spPr>
          <a:xfrm>
            <a:off x="9917551" y="5904409"/>
            <a:ext cx="1196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Aptos Display" panose="020B0004020202020204" pitchFamily="34" charset="0"/>
              </a:rPr>
              <a:t>BTS CIEL 1</a:t>
            </a:r>
          </a:p>
        </p:txBody>
      </p:sp>
    </p:spTree>
    <p:extLst>
      <p:ext uri="{BB962C8B-B14F-4D97-AF65-F5344CB8AC3E}">
        <p14:creationId xmlns:p14="http://schemas.microsoft.com/office/powerpoint/2010/main" val="187409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4000">
              <a:srgbClr val="CCFFFF">
                <a:alpha val="27000"/>
              </a:srgbClr>
            </a:gs>
            <a:gs pos="9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7A6F897-DD4B-04A8-EB09-1937E46A5DAB}"/>
              </a:ext>
            </a:extLst>
          </p:cNvPr>
          <p:cNvSpPr txBox="1"/>
          <p:nvPr/>
        </p:nvSpPr>
        <p:spPr>
          <a:xfrm>
            <a:off x="643573" y="1371600"/>
            <a:ext cx="3250069" cy="26968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fr-FR" sz="4400" b="1" noProof="0">
                <a:latin typeface="+mj-lt"/>
                <a:ea typeface="+mj-ea"/>
                <a:cs typeface="+mj-cs"/>
              </a:rPr>
              <a:t>Sommaire 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2B906895-4147-1EEE-D5EC-A60F748D268C}"/>
              </a:ext>
            </a:extLst>
          </p:cNvPr>
          <p:cNvSpPr txBox="1"/>
          <p:nvPr/>
        </p:nvSpPr>
        <p:spPr>
          <a:xfrm>
            <a:off x="5378245" y="1730477"/>
            <a:ext cx="470965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>
                <a:latin typeface="Aptos Display" panose="020B0004020202020204" pitchFamily="34" charset="0"/>
              </a:rPr>
              <a:t>Présentation du projet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>
                <a:latin typeface="Aptos Display" panose="020B0004020202020204" pitchFamily="34" charset="0"/>
              </a:rPr>
              <a:t>Outils utilisés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>
                <a:latin typeface="Aptos Display" panose="020B0004020202020204" pitchFamily="34" charset="0"/>
              </a:rPr>
              <a:t>Explications techniques de la réalisation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>
                <a:latin typeface="Aptos Display" panose="020B0004020202020204" pitchFamily="34" charset="0"/>
              </a:rPr>
              <a:t>Poursuites possibles : Fonctionnalités optionnelles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3200">
                <a:latin typeface="Aptos Display" panose="020B0004020202020204" pitchFamily="34" charset="0"/>
              </a:rPr>
              <a:t>Conclusion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5B911E3-E2BF-798A-CC1C-D7B8F4FD5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73" y="2402602"/>
            <a:ext cx="3515557" cy="320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65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999CD16-1FB3-E1F6-A7C8-65C8959C8BBC}"/>
              </a:ext>
            </a:extLst>
          </p:cNvPr>
          <p:cNvSpPr txBox="1"/>
          <p:nvPr/>
        </p:nvSpPr>
        <p:spPr>
          <a:xfrm>
            <a:off x="3706761" y="333985"/>
            <a:ext cx="4154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u="sng">
                <a:latin typeface="Aptos Display" panose="020B0004020202020204" pitchFamily="34" charset="0"/>
              </a:rPr>
              <a:t>Présentation du projet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12FAC3-518F-4155-4F04-7548BD1F5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927021"/>
            <a:ext cx="3293087" cy="300395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202CCC8-14A4-F872-CE60-9AB798D512E8}"/>
              </a:ext>
            </a:extLst>
          </p:cNvPr>
          <p:cNvSpPr txBox="1"/>
          <p:nvPr/>
        </p:nvSpPr>
        <p:spPr>
          <a:xfrm>
            <a:off x="1530882" y="1421744"/>
            <a:ext cx="4434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u="sng">
                <a:latin typeface="Aptos Display" panose="020B0004020202020204" pitchFamily="34" charset="0"/>
              </a:rPr>
              <a:t>un chat réseau multi-utilisateur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393E1E9-A573-AB23-AE00-695D4887D0AE}"/>
              </a:ext>
            </a:extLst>
          </p:cNvPr>
          <p:cNvSpPr txBox="1"/>
          <p:nvPr/>
        </p:nvSpPr>
        <p:spPr>
          <a:xfrm>
            <a:off x="1350133" y="2205871"/>
            <a:ext cx="3473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Aptos Display" panose="020B0004020202020204" pitchFamily="34" charset="0"/>
              </a:rPr>
              <a:t>Fonctionnalités principales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ptos Display" panose="020B0004020202020204" pitchFamily="34" charset="0"/>
              </a:rPr>
              <a:t>Se connecter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ptos Display" panose="020B0004020202020204" pitchFamily="34" charset="0"/>
              </a:rPr>
              <a:t>Créer un pseudo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ptos Display" panose="020B0004020202020204" pitchFamily="34" charset="0"/>
              </a:rPr>
              <a:t>Discuter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ptos Display" panose="020B0004020202020204" pitchFamily="34" charset="0"/>
              </a:rPr>
              <a:t>Ajouter contact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ptos Display" panose="020B0004020202020204" pitchFamily="34" charset="0"/>
              </a:rPr>
              <a:t>Interface graphique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85D77AA-52F3-E0EF-DD50-F3951BDFE069}"/>
              </a:ext>
            </a:extLst>
          </p:cNvPr>
          <p:cNvSpPr txBox="1"/>
          <p:nvPr/>
        </p:nvSpPr>
        <p:spPr>
          <a:xfrm>
            <a:off x="4984955" y="2205871"/>
            <a:ext cx="313649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Aptos Display" panose="020B0004020202020204" pitchFamily="34" charset="0"/>
              </a:rPr>
              <a:t>Fonctionnalités secondaires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ptos Display" panose="020B0004020202020204" pitchFamily="34" charset="0"/>
              </a:rPr>
              <a:t>Envoyer des images et des fichiers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ptos Display" panose="020B0004020202020204" pitchFamily="34" charset="0"/>
              </a:rPr>
              <a:t>Création des groupes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ptos Display" panose="020B0004020202020204" pitchFamily="34" charset="0"/>
              </a:rPr>
              <a:t>Historique des messages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ptos Display" panose="020B0004020202020204" pitchFamily="34" charset="0"/>
              </a:rPr>
              <a:t>Envoyer des gifs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ptos Display" panose="020B0004020202020204" pitchFamily="34" charset="0"/>
              </a:rPr>
              <a:t>Voir les contacts connectés/déconnectés</a:t>
            </a:r>
            <a:endParaRPr lang="fr-FR" sz="2000" b="1" u="sng" dirty="0">
              <a:latin typeface="Aptos Display" panose="020B0004020202020204" pitchFamily="34" charset="0"/>
            </a:endParaRP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4009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AC3F2-1BD3-8FC9-A751-967F7C0A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B5C5047-18D2-666E-3FF6-74C07D1F898E}"/>
              </a:ext>
            </a:extLst>
          </p:cNvPr>
          <p:cNvSpPr txBox="1"/>
          <p:nvPr/>
        </p:nvSpPr>
        <p:spPr>
          <a:xfrm>
            <a:off x="3741174" y="319339"/>
            <a:ext cx="47096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u="sng" dirty="0">
                <a:latin typeface="Aptos Display" panose="020B0004020202020204" pitchFamily="34" charset="0"/>
              </a:rPr>
              <a:t>Présentation du projet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17EF53E-7251-382D-3FC2-A65571B3DE37}"/>
              </a:ext>
            </a:extLst>
          </p:cNvPr>
          <p:cNvSpPr txBox="1"/>
          <p:nvPr/>
        </p:nvSpPr>
        <p:spPr>
          <a:xfrm>
            <a:off x="3703966" y="1200814"/>
            <a:ext cx="4784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u="sng" dirty="0">
                <a:latin typeface="Aptos Display" panose="020B0004020202020204" pitchFamily="34" charset="0"/>
              </a:rPr>
              <a:t>Connexion et sécurité des comptes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B4F750B-FC1B-FD2A-5231-8FED5B644F90}"/>
              </a:ext>
            </a:extLst>
          </p:cNvPr>
          <p:cNvSpPr txBox="1"/>
          <p:nvPr/>
        </p:nvSpPr>
        <p:spPr>
          <a:xfrm>
            <a:off x="1491063" y="1897624"/>
            <a:ext cx="22495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>
                <a:latin typeface="Aptos Display" panose="020B0004020202020204" pitchFamily="34" charset="0"/>
              </a:rPr>
              <a:t>Connexion</a:t>
            </a:r>
            <a:r>
              <a:rPr lang="fr-FR" sz="2000" u="sng" dirty="0">
                <a:latin typeface="Aptos Display" panose="020B0004020202020204" pitchFamily="34" charset="0"/>
              </a:rPr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ptos Display" panose="020B0004020202020204" pitchFamily="34" charset="0"/>
              </a:rPr>
              <a:t>Nom d’utilisateur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Aptos Display" panose="020B0004020202020204" pitchFamily="34" charset="0"/>
              </a:rPr>
              <a:t>Mot de passe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9549AC7-6C61-671C-8646-EE4387E4B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92" y="3218508"/>
            <a:ext cx="3147860" cy="321594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70410CA-2EDE-6F52-9FE0-A43D0E398AEE}"/>
              </a:ext>
            </a:extLst>
          </p:cNvPr>
          <p:cNvSpPr txBox="1"/>
          <p:nvPr/>
        </p:nvSpPr>
        <p:spPr>
          <a:xfrm>
            <a:off x="4737016" y="2438311"/>
            <a:ext cx="31478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Aptos Display" panose="020B0004020202020204" pitchFamily="34" charset="0"/>
              </a:rPr>
              <a:t>Inscription</a:t>
            </a:r>
            <a:r>
              <a:rPr lang="fr-FR" sz="2000" u="sng" dirty="0">
                <a:latin typeface="Aptos Display" panose="020B0004020202020204" pitchFamily="34" charset="0"/>
              </a:rPr>
              <a:t> :</a:t>
            </a:r>
          </a:p>
          <a:p>
            <a:r>
              <a:rPr lang="fr-FR" sz="2000" dirty="0">
                <a:latin typeface="Aptos" panose="020B0004020202020204" pitchFamily="34" charset="0"/>
              </a:rPr>
              <a:t>Restriction sur les mots de passe : </a:t>
            </a:r>
          </a:p>
          <a:p>
            <a:r>
              <a:rPr lang="fr-FR" sz="2000" dirty="0">
                <a:latin typeface="Aptos" panose="020B0004020202020204" pitchFamily="34" charset="0"/>
              </a:rPr>
              <a:t>• 8 caractères minimum </a:t>
            </a:r>
          </a:p>
          <a:p>
            <a:r>
              <a:rPr lang="fr-FR" sz="2000" dirty="0">
                <a:latin typeface="Aptos" panose="020B0004020202020204" pitchFamily="34" charset="0"/>
              </a:rPr>
              <a:t>• Une majuscule </a:t>
            </a:r>
          </a:p>
          <a:p>
            <a:r>
              <a:rPr lang="fr-FR" sz="2000" dirty="0">
                <a:latin typeface="Aptos" panose="020B0004020202020204" pitchFamily="34" charset="0"/>
              </a:rPr>
              <a:t>• Une minuscule </a:t>
            </a:r>
          </a:p>
          <a:p>
            <a:r>
              <a:rPr lang="fr-FR" sz="2000" dirty="0">
                <a:latin typeface="Aptos" panose="020B0004020202020204" pitchFamily="34" charset="0"/>
              </a:rPr>
              <a:t>• Un chiffre </a:t>
            </a:r>
          </a:p>
          <a:p>
            <a:r>
              <a:rPr lang="fr-FR" sz="2000" dirty="0">
                <a:latin typeface="Aptos" panose="020B0004020202020204" pitchFamily="34" charset="0"/>
              </a:rPr>
              <a:t>• Un caractère spécial (@, ?, %, !, …)</a:t>
            </a:r>
            <a:endParaRPr lang="fr-FR" sz="2000" u="sng" dirty="0">
              <a:latin typeface="Aptos" panose="020B00040202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044476A-A6F8-600B-FCD7-1F2F0AB47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379" y="1897624"/>
            <a:ext cx="3321696" cy="472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4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C41EE-C7C0-2D7F-4169-4BF1C99E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CAA6DC6-D9B6-7F94-CCEE-1D865566B8AC}"/>
              </a:ext>
            </a:extLst>
          </p:cNvPr>
          <p:cNvSpPr txBox="1"/>
          <p:nvPr/>
        </p:nvSpPr>
        <p:spPr>
          <a:xfrm>
            <a:off x="4018935" y="298394"/>
            <a:ext cx="4154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u="sng" dirty="0">
                <a:latin typeface="Aptos Display" panose="020B0004020202020204" pitchFamily="34" charset="0"/>
              </a:rPr>
              <a:t>Présentation du projet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069FC91-5936-B5A0-4C86-0974534B0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109" y="0"/>
            <a:ext cx="1428891" cy="130343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9D958C1-BC7D-92FB-0672-C887641F7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852" y="1204536"/>
            <a:ext cx="6949257" cy="544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ACC78B5-47F1-7FCD-A008-8E96C2A9CA41}"/>
              </a:ext>
            </a:extLst>
          </p:cNvPr>
          <p:cNvSpPr txBox="1"/>
          <p:nvPr/>
        </p:nvSpPr>
        <p:spPr>
          <a:xfrm>
            <a:off x="3944608" y="85340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u="sng" dirty="0"/>
              <a:t>Diagramme de cas d’utilisation</a:t>
            </a:r>
          </a:p>
        </p:txBody>
      </p:sp>
    </p:spTree>
    <p:extLst>
      <p:ext uri="{BB962C8B-B14F-4D97-AF65-F5344CB8AC3E}">
        <p14:creationId xmlns:p14="http://schemas.microsoft.com/office/powerpoint/2010/main" val="916855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071C7-19B7-CE14-F39C-3515128F0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B9F68F1-512D-2FC9-3BD5-4C8F4DA11E9C}"/>
              </a:ext>
            </a:extLst>
          </p:cNvPr>
          <p:cNvSpPr txBox="1"/>
          <p:nvPr/>
        </p:nvSpPr>
        <p:spPr>
          <a:xfrm>
            <a:off x="4018935" y="249234"/>
            <a:ext cx="4154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u="sng" dirty="0">
                <a:latin typeface="Aptos Display" panose="020B0004020202020204" pitchFamily="34" charset="0"/>
              </a:rPr>
              <a:t>Présentation du projet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9030587-CC8D-CE2A-848B-313FE7EE8597}"/>
              </a:ext>
            </a:extLst>
          </p:cNvPr>
          <p:cNvSpPr txBox="1"/>
          <p:nvPr/>
        </p:nvSpPr>
        <p:spPr>
          <a:xfrm>
            <a:off x="4267614" y="812253"/>
            <a:ext cx="3656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u="sng" dirty="0"/>
              <a:t>Diagramme de séquences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5929E55-9910-8499-30CE-21EEB5FDA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089" y="1303436"/>
            <a:ext cx="7934231" cy="533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EFA4329-BE64-5E4E-64D8-D8AA15512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109" y="0"/>
            <a:ext cx="1428891" cy="130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83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E24C-5A3A-0922-00F8-E2957C277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B949303-1AB3-2932-C0CE-C0D795DB2337}"/>
              </a:ext>
            </a:extLst>
          </p:cNvPr>
          <p:cNvSpPr txBox="1"/>
          <p:nvPr/>
        </p:nvSpPr>
        <p:spPr>
          <a:xfrm>
            <a:off x="4018935" y="347554"/>
            <a:ext cx="4154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u="sng">
                <a:latin typeface="Aptos Display" panose="020B0004020202020204" pitchFamily="34" charset="0"/>
              </a:rPr>
              <a:t>Outils utilisés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B863726-A82E-3ACA-30E0-5796FEF7D0D1}"/>
              </a:ext>
            </a:extLst>
          </p:cNvPr>
          <p:cNvSpPr txBox="1"/>
          <p:nvPr/>
        </p:nvSpPr>
        <p:spPr>
          <a:xfrm>
            <a:off x="1207205" y="2028691"/>
            <a:ext cx="29807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ptos Display" panose="020B0004020202020204" pitchFamily="34" charset="0"/>
              </a:rPr>
              <a:t>Visual Studio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ptos Display" panose="020B0004020202020204" pitchFamily="34" charset="0"/>
              </a:rPr>
              <a:t>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ptos Display" panose="020B0004020202020204" pitchFamily="34" charset="0"/>
              </a:rPr>
              <a:t>GitHub Desktop</a:t>
            </a:r>
          </a:p>
          <a:p>
            <a:endParaRPr lang="fr-FR" sz="2800" dirty="0">
              <a:latin typeface="Aptos Display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 err="1">
                <a:latin typeface="Aptos Display" panose="020B0004020202020204" pitchFamily="34" charset="0"/>
              </a:rPr>
              <a:t>MagicDraw</a:t>
            </a:r>
            <a:r>
              <a:rPr lang="fr-FR" sz="2800" dirty="0">
                <a:latin typeface="Aptos Display" panose="020B0004020202020204" pitchFamily="34" charset="0"/>
              </a:rPr>
              <a:t> UML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ptos Display" panose="020B0004020202020204" pitchFamily="34" charset="0"/>
              </a:rPr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ptos Display" panose="020B0004020202020204" pitchFamily="34" charset="0"/>
              </a:rPr>
              <a:t>Powerpoint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ptos Display" panose="020B0004020202020204" pitchFamily="34" charset="0"/>
              </a:rPr>
              <a:t>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>
              <a:latin typeface="Aptos Display" panose="020B00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14C1D89-A585-02D4-2F5A-1F025FC8552F}"/>
              </a:ext>
            </a:extLst>
          </p:cNvPr>
          <p:cNvSpPr txBox="1"/>
          <p:nvPr/>
        </p:nvSpPr>
        <p:spPr>
          <a:xfrm>
            <a:off x="5827627" y="1951672"/>
            <a:ext cx="53516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/>
              <a:t>Langages de programmation utilisés: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Python</a:t>
            </a:r>
          </a:p>
          <a:p>
            <a:pPr marL="285750" indent="-285750">
              <a:buFontTx/>
              <a:buChar char="-"/>
            </a:pPr>
            <a:r>
              <a:rPr lang="fr-FR" dirty="0"/>
              <a:t>HTML/CSS</a:t>
            </a:r>
          </a:p>
          <a:p>
            <a:pPr marL="285750" indent="-285750">
              <a:buFontTx/>
              <a:buChar char="-"/>
            </a:pPr>
            <a:r>
              <a:rPr lang="fr-FR" dirty="0"/>
              <a:t>JavaScript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D0D3DC4-2BF2-2BCD-B797-7106AB1F7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109" y="0"/>
            <a:ext cx="1428891" cy="130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15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5810-A6EF-5EEC-3C3F-A2E85A835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EB0315-C211-CB9B-FCB3-99BD230E0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Explications techniques de la réalisation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F090A7-D1CA-0505-AF3B-61510454E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961" y="3182440"/>
            <a:ext cx="10890928" cy="193869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27FA17C-E038-7295-2B95-C8F0D825F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109" y="6650"/>
            <a:ext cx="1428891" cy="1303436"/>
          </a:xfrm>
          <a:prstGeom prst="rect">
            <a:avLst/>
          </a:prstGeom>
        </p:spPr>
      </p:pic>
      <p:sp>
        <p:nvSpPr>
          <p:cNvPr id="6" name="ZoneTexte 1">
            <a:extLst>
              <a:ext uri="{FF2B5EF4-FFF2-40B4-BE49-F238E27FC236}">
                <a16:creationId xmlns:a16="http://schemas.microsoft.com/office/drawing/2014/main" id="{B4E0AEB8-27A0-C174-3991-9CEDEF62CE67}"/>
              </a:ext>
            </a:extLst>
          </p:cNvPr>
          <p:cNvSpPr txBox="1"/>
          <p:nvPr/>
        </p:nvSpPr>
        <p:spPr>
          <a:xfrm>
            <a:off x="4798554" y="2004995"/>
            <a:ext cx="2465740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fr-FR" sz="2400" u="sng"/>
              <a:t>Base de données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073548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F7BD8-D86F-F213-82BB-003D3EA7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29DD3A-F0A1-AD7A-4106-378236F8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/>
              <a:t>Explications techniques de la réalisation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246F07D-F257-E990-574E-BB9C6059A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109" y="6650"/>
            <a:ext cx="1428891" cy="1303436"/>
          </a:xfrm>
          <a:prstGeom prst="rect">
            <a:avLst/>
          </a:prstGeom>
        </p:spPr>
      </p:pic>
      <p:sp>
        <p:nvSpPr>
          <p:cNvPr id="9" name="ZoneTexte 1">
            <a:extLst>
              <a:ext uri="{FF2B5EF4-FFF2-40B4-BE49-F238E27FC236}">
                <a16:creationId xmlns:a16="http://schemas.microsoft.com/office/drawing/2014/main" id="{18A475AA-C98B-DEAF-55B6-DE776AD814BB}"/>
              </a:ext>
            </a:extLst>
          </p:cNvPr>
          <p:cNvSpPr txBox="1"/>
          <p:nvPr/>
        </p:nvSpPr>
        <p:spPr>
          <a:xfrm>
            <a:off x="3595957" y="1921046"/>
            <a:ext cx="5000088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fr-FR" sz="2400" u="sng"/>
              <a:t>Fonction de l'API pour la connexion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18976D-552C-20B2-697B-1C0B789C0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30824" y="2530396"/>
            <a:ext cx="8930351" cy="383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93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1D00FF-49A7-DD3C-4AB4-2EEE2950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/>
              <a:t>Explications techniques de la réalisation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E456653-092F-DC2F-DFA6-84397FCD1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109" y="6650"/>
            <a:ext cx="1428891" cy="13034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7D85DC-4D70-520B-F0C1-88691E42F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52" y="2275176"/>
            <a:ext cx="6237274" cy="2376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2EB8C9-8426-E4E7-EA09-54F3D2ADA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713" y="2372810"/>
            <a:ext cx="5027069" cy="2225882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23857852-9CA9-83FB-0ECA-A634ECA34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873487" y="4391791"/>
            <a:ext cx="8602443" cy="246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7B6825B-57AC-A088-3310-414D35613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196" y="1078992"/>
            <a:ext cx="2133974" cy="542239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86B79FE-62BA-86CD-0162-27296F1F7D17}"/>
              </a:ext>
            </a:extLst>
          </p:cNvPr>
          <p:cNvSpPr txBox="1"/>
          <p:nvPr/>
        </p:nvSpPr>
        <p:spPr>
          <a:xfrm>
            <a:off x="544010" y="1206316"/>
            <a:ext cx="674201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/>
              <a:t>Organisation des programmes</a:t>
            </a:r>
          </a:p>
          <a:p>
            <a:endParaRPr lang="fr-FR" dirty="0"/>
          </a:p>
          <a:p>
            <a:r>
              <a:rPr lang="fr-FR" sz="2400" dirty="0"/>
              <a:t>Du python pour le backend</a:t>
            </a:r>
          </a:p>
          <a:p>
            <a:endParaRPr lang="fr-FR" sz="2400" dirty="0"/>
          </a:p>
          <a:p>
            <a:r>
              <a:rPr lang="fr-FR" sz="2400" dirty="0"/>
              <a:t>De l’HTML/CSS et du Javascript pour le frontend</a:t>
            </a:r>
          </a:p>
          <a:p>
            <a:endParaRPr lang="fr-FR" sz="2400" dirty="0"/>
          </a:p>
          <a:p>
            <a:r>
              <a:rPr lang="fr-FR" sz="2400" dirty="0"/>
              <a:t>Les ressources (images du logo)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EB98E6F-D206-2F6E-0DA1-A6C33AEC71AF}"/>
              </a:ext>
            </a:extLst>
          </p:cNvPr>
          <p:cNvSpPr txBox="1">
            <a:spLocks/>
          </p:cNvSpPr>
          <p:nvPr/>
        </p:nvSpPr>
        <p:spPr>
          <a:xfrm>
            <a:off x="246887" y="109729"/>
            <a:ext cx="10890929" cy="10972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u="sng" dirty="0">
                <a:latin typeface="Aptos" panose="020B0004020202020204" pitchFamily="34" charset="0"/>
              </a:rPr>
              <a:t>Explications techniques de la réalisation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6BEA553-B5EF-0511-8D20-1F014FA86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109" y="6650"/>
            <a:ext cx="1428891" cy="130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60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B9DEF-F848-E4FD-F260-AAB469DA5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076D1AD-9FE5-0DAE-648B-9266CFC7E3C7}"/>
              </a:ext>
            </a:extLst>
          </p:cNvPr>
          <p:cNvSpPr txBox="1"/>
          <p:nvPr/>
        </p:nvSpPr>
        <p:spPr>
          <a:xfrm>
            <a:off x="1503106" y="551311"/>
            <a:ext cx="91857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u="sng">
                <a:latin typeface="Aptos Display" panose="020B0004020202020204" pitchFamily="34" charset="0"/>
              </a:rPr>
              <a:t>Poursuites possibles : Fonctionnalités optionnelles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59BCCE2-C5D8-625D-91C8-F31112D2D6DF}"/>
              </a:ext>
            </a:extLst>
          </p:cNvPr>
          <p:cNvSpPr txBox="1"/>
          <p:nvPr/>
        </p:nvSpPr>
        <p:spPr>
          <a:xfrm>
            <a:off x="4696917" y="2830135"/>
            <a:ext cx="48108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>
                <a:latin typeface="Aptos Display" panose="020B0004020202020204" pitchFamily="34" charset="0"/>
              </a:rPr>
              <a:t>Envoi de fichier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>
                <a:latin typeface="Aptos Display" panose="020B0004020202020204" pitchFamily="34" charset="0"/>
              </a:rPr>
              <a:t>Supprimer les messages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>
                <a:latin typeface="Aptos Display" panose="020B0004020202020204" pitchFamily="34" charset="0"/>
              </a:rPr>
              <a:t>Confirmation de compte par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>
                <a:latin typeface="Aptos Display" panose="020B0004020202020204" pitchFamily="34" charset="0"/>
              </a:rPr>
              <a:t>Voir ajout de contact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>
                <a:latin typeface="Aptos Display" panose="020B0004020202020204" pitchFamily="34" charset="0"/>
              </a:rPr>
              <a:t>Supprimer un contact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D01F8D7-E8A5-1410-E19B-94C7B2492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33" y="3230076"/>
            <a:ext cx="2819644" cy="203471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057975C-4149-C800-AB5D-7E4B647322D6}"/>
              </a:ext>
            </a:extLst>
          </p:cNvPr>
          <p:cNvSpPr txBox="1"/>
          <p:nvPr/>
        </p:nvSpPr>
        <p:spPr>
          <a:xfrm>
            <a:off x="562734" y="5383359"/>
            <a:ext cx="2819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(Sur cette photo il est impossible de voir un contact connecté ou déconnecté)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9F9D560-72ED-7730-9C22-2996F2855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109" y="0"/>
            <a:ext cx="1428891" cy="130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41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19809D-2E9C-029E-9B36-D8934CC7D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01201"/>
            <a:ext cx="3859397" cy="760756"/>
          </a:xfrm>
        </p:spPr>
        <p:txBody>
          <a:bodyPr>
            <a:normAutofit/>
          </a:bodyPr>
          <a:lstStyle/>
          <a:p>
            <a:r>
              <a:rPr lang="fr-FR" sz="4000" u="sng" dirty="0"/>
              <a:t>Conclusion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DCB222E-D1FA-F8D2-3333-CD4EE4A01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02893" y="202176"/>
            <a:ext cx="3859397" cy="1771004"/>
          </a:xfrm>
        </p:spPr>
        <p:txBody>
          <a:bodyPr/>
          <a:lstStyle/>
          <a:p>
            <a:r>
              <a:rPr lang="fr-FR" dirty="0"/>
              <a:t>Toutes les fonctionnalités principales sont présentes dans notre projet.</a:t>
            </a:r>
          </a:p>
          <a:p>
            <a:r>
              <a:rPr lang="fr-FR" dirty="0"/>
              <a:t>Quasiment toutes les fonctionnalités secondaires sont aussi présentes dans notre projet.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0D154E6-CFDD-EE87-5090-6E2B45078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13" y="1888550"/>
            <a:ext cx="9937373" cy="491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1571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285</Words>
  <Application>Microsoft Office PowerPoint</Application>
  <PresentationFormat>Grand écran</PresentationFormat>
  <Paragraphs>79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Grandview Display</vt:lpstr>
      <vt:lpstr>DashVTI</vt:lpstr>
      <vt:lpstr>Chat réseau multi-utilisateur  TOKI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Explications techniques de la réalisation</vt:lpstr>
      <vt:lpstr>Explications techniques de la réalisation</vt:lpstr>
      <vt:lpstr>Explications techniques de la réalisation</vt:lpstr>
      <vt:lpstr>Présentation PowerPoint</vt:lpstr>
      <vt:lpstr>Présentation PowerPoint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Yoann GNANGLA</dc:creator>
  <cp:lastModifiedBy>Yoann GNANGLA</cp:lastModifiedBy>
  <cp:revision>2</cp:revision>
  <dcterms:created xsi:type="dcterms:W3CDTF">2026-04-09T23:11:54Z</dcterms:created>
  <dcterms:modified xsi:type="dcterms:W3CDTF">2026-04-12T10:13:30Z</dcterms:modified>
</cp:coreProperties>
</file>