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9" r:id="rId1"/>
  </p:sld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62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7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80014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801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12087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10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4/10/2026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380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4/10/2026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6401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4/10/2026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021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6869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743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630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2803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75998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2" r:id="rId6"/>
    <p:sldLayoutId id="2147483688" r:id="rId7"/>
    <p:sldLayoutId id="2147483689" r:id="rId8"/>
    <p:sldLayoutId id="2147483690" r:id="rId9"/>
    <p:sldLayoutId id="2147483691" r:id="rId10"/>
    <p:sldLayoutId id="2147483693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63FDE48-B4AE-4B8C-52CA-9032422EFB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573" y="1371600"/>
            <a:ext cx="3250069" cy="2696866"/>
          </a:xfrm>
        </p:spPr>
        <p:txBody>
          <a:bodyPr anchor="t">
            <a:normAutofit fontScale="90000"/>
          </a:bodyPr>
          <a:lstStyle/>
          <a:p>
            <a:r>
              <a:rPr lang="fr-FR" sz="4400" dirty="0"/>
              <a:t>Chat réseaux multi-utilisateur </a:t>
            </a:r>
            <a:br>
              <a:rPr lang="fr-FR" sz="4400" dirty="0"/>
            </a:br>
            <a:r>
              <a:rPr lang="fr-FR" sz="4400" dirty="0"/>
              <a:t>TOKI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5E89DB4-843D-490A-8346-F06E9F1415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950" y="4532626"/>
            <a:ext cx="3250068" cy="1140304"/>
          </a:xfrm>
        </p:spPr>
        <p:txBody>
          <a:bodyPr anchor="b">
            <a:normAutofit fontScale="92500" lnSpcReduction="10000"/>
          </a:bodyPr>
          <a:lstStyle/>
          <a:p>
            <a:r>
              <a:rPr lang="fr-FR" dirty="0">
                <a:latin typeface="Aptos Display" panose="020B0004020202020204" pitchFamily="34" charset="0"/>
              </a:rPr>
              <a:t>Brando </a:t>
            </a:r>
            <a:r>
              <a:rPr lang="fr-FR" dirty="0" err="1">
                <a:latin typeface="Aptos Display" panose="020B0004020202020204" pitchFamily="34" charset="0"/>
              </a:rPr>
              <a:t>Colamarco</a:t>
            </a:r>
            <a:br>
              <a:rPr lang="fr-FR" dirty="0">
                <a:latin typeface="Aptos Display" panose="020B0004020202020204" pitchFamily="34" charset="0"/>
              </a:rPr>
            </a:br>
            <a:r>
              <a:rPr lang="fr-FR" dirty="0" err="1">
                <a:latin typeface="Aptos Display" panose="020B0004020202020204" pitchFamily="34" charset="0"/>
              </a:rPr>
              <a:t>Vento</a:t>
            </a:r>
            <a:r>
              <a:rPr lang="fr-FR" dirty="0">
                <a:latin typeface="Aptos Display" panose="020B0004020202020204" pitchFamily="34" charset="0"/>
              </a:rPr>
              <a:t> </a:t>
            </a:r>
            <a:r>
              <a:rPr lang="fr-FR" dirty="0" err="1">
                <a:latin typeface="Aptos Display" panose="020B0004020202020204" pitchFamily="34" charset="0"/>
              </a:rPr>
              <a:t>DiazBOD</a:t>
            </a:r>
            <a:endParaRPr lang="fr-FR" dirty="0">
              <a:latin typeface="Aptos Display" panose="020B0004020202020204" pitchFamily="34" charset="0"/>
            </a:endParaRPr>
          </a:p>
          <a:p>
            <a:r>
              <a:rPr lang="fr-FR" dirty="0">
                <a:latin typeface="Aptos Display" panose="020B0004020202020204" pitchFamily="34" charset="0"/>
              </a:rPr>
              <a:t>Yoann Gnangla</a:t>
            </a:r>
          </a:p>
        </p:txBody>
      </p:sp>
      <p:cxnSp>
        <p:nvCxnSpPr>
          <p:cNvPr id="17" name="Straight Connector 11">
            <a:extLst>
              <a:ext uri="{FF2B5EF4-FFF2-40B4-BE49-F238E27FC236}">
                <a16:creationId xmlns:a16="http://schemas.microsoft.com/office/drawing/2014/main" id="{8CED01B4-40F2-4CAE-8062-1D4CE8454C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2835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9895113F-1C7F-681E-00DB-1844143DE9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4723" y="1031001"/>
            <a:ext cx="5343815" cy="487340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CCCF927-5BCD-49BF-F786-40C5A1066C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1578" y="91124"/>
            <a:ext cx="2908044" cy="883997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05793F7C-45AE-BA90-E620-EE6B614E1DB6}"/>
              </a:ext>
            </a:extLst>
          </p:cNvPr>
          <p:cNvSpPr txBox="1"/>
          <p:nvPr/>
        </p:nvSpPr>
        <p:spPr>
          <a:xfrm>
            <a:off x="9917551" y="5904409"/>
            <a:ext cx="1196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latin typeface="Aptos Display" panose="020B0004020202020204" pitchFamily="34" charset="0"/>
              </a:rPr>
              <a:t>BTS CIEL 1</a:t>
            </a:r>
          </a:p>
        </p:txBody>
      </p:sp>
    </p:spTree>
    <p:extLst>
      <p:ext uri="{BB962C8B-B14F-4D97-AF65-F5344CB8AC3E}">
        <p14:creationId xmlns:p14="http://schemas.microsoft.com/office/powerpoint/2010/main" val="1874097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F7A6F897-DD4B-04A8-EB09-1937E46A5DAB}"/>
              </a:ext>
            </a:extLst>
          </p:cNvPr>
          <p:cNvSpPr txBox="1"/>
          <p:nvPr/>
        </p:nvSpPr>
        <p:spPr>
          <a:xfrm>
            <a:off x="643573" y="1371600"/>
            <a:ext cx="3250069" cy="269686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fr-FR" sz="4400" b="1" noProof="0" dirty="0">
                <a:latin typeface="+mj-lt"/>
                <a:ea typeface="+mj-ea"/>
                <a:cs typeface="+mj-cs"/>
              </a:rPr>
              <a:t>Sommaire :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CED01B4-40F2-4CAE-8062-1D4CE8454C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2835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oneTexte 2">
            <a:extLst>
              <a:ext uri="{FF2B5EF4-FFF2-40B4-BE49-F238E27FC236}">
                <a16:creationId xmlns:a16="http://schemas.microsoft.com/office/drawing/2014/main" id="{2B906895-4147-1EEE-D5EC-A60F748D268C}"/>
              </a:ext>
            </a:extLst>
          </p:cNvPr>
          <p:cNvSpPr txBox="1"/>
          <p:nvPr/>
        </p:nvSpPr>
        <p:spPr>
          <a:xfrm>
            <a:off x="5378245" y="1730477"/>
            <a:ext cx="4709652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3200" dirty="0">
                <a:latin typeface="Aptos Display" panose="020B0004020202020204" pitchFamily="34" charset="0"/>
              </a:rPr>
              <a:t>Présentation du projet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3200" dirty="0">
                <a:latin typeface="Aptos Display" panose="020B0004020202020204" pitchFamily="34" charset="0"/>
              </a:rPr>
              <a:t>Outils utilisés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3200" dirty="0">
                <a:latin typeface="Aptos Display" panose="020B0004020202020204" pitchFamily="34" charset="0"/>
              </a:rPr>
              <a:t>Explications techniques de la réalisation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3200" dirty="0">
                <a:latin typeface="Aptos Display" panose="020B0004020202020204" pitchFamily="34" charset="0"/>
              </a:rPr>
              <a:t>Poursuites possibles : Fonctionnalités optionnelles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3200" dirty="0">
                <a:latin typeface="Aptos Display" panose="020B0004020202020204" pitchFamily="34" charset="0"/>
              </a:rPr>
              <a:t>Conclusion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15B911E3-E2BF-798A-CC1C-D7B8F4FD57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73" y="2402602"/>
            <a:ext cx="3515557" cy="3206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6865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5999CD16-1FB3-E1F6-A7C8-65C8959C8BBC}"/>
              </a:ext>
            </a:extLst>
          </p:cNvPr>
          <p:cNvSpPr txBox="1"/>
          <p:nvPr/>
        </p:nvSpPr>
        <p:spPr>
          <a:xfrm>
            <a:off x="3706761" y="333985"/>
            <a:ext cx="41541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u="sng" dirty="0">
                <a:latin typeface="Aptos Display" panose="020B0004020202020204" pitchFamily="34" charset="0"/>
              </a:rPr>
              <a:t>Présentation du projet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612FAC3-518F-4155-4F04-7548BD1F54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927021"/>
            <a:ext cx="3293087" cy="3003957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8202CCC8-14A4-F872-CE60-9AB798D512E8}"/>
              </a:ext>
            </a:extLst>
          </p:cNvPr>
          <p:cNvSpPr txBox="1"/>
          <p:nvPr/>
        </p:nvSpPr>
        <p:spPr>
          <a:xfrm>
            <a:off x="1530882" y="1421744"/>
            <a:ext cx="44344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u="sng" dirty="0">
                <a:latin typeface="Aptos Display" panose="020B0004020202020204" pitchFamily="34" charset="0"/>
              </a:rPr>
              <a:t>un chat réseaux multi-utilisateur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393E1E9-A573-AB23-AE00-695D4887D0AE}"/>
              </a:ext>
            </a:extLst>
          </p:cNvPr>
          <p:cNvSpPr txBox="1"/>
          <p:nvPr/>
        </p:nvSpPr>
        <p:spPr>
          <a:xfrm>
            <a:off x="1350133" y="2205871"/>
            <a:ext cx="347383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>
                <a:latin typeface="Aptos Display" panose="020B0004020202020204" pitchFamily="34" charset="0"/>
              </a:rPr>
              <a:t>Fonctionnalités principales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Se connecter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Créer un pseudo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Discuter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Ajouter contact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Interface graphique 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485D77AA-52F3-E0EF-DD50-F3951BDFE069}"/>
              </a:ext>
            </a:extLst>
          </p:cNvPr>
          <p:cNvSpPr txBox="1"/>
          <p:nvPr/>
        </p:nvSpPr>
        <p:spPr>
          <a:xfrm>
            <a:off x="4984955" y="2205871"/>
            <a:ext cx="275832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>
                <a:latin typeface="Aptos Display" panose="020B0004020202020204" pitchFamily="34" charset="0"/>
              </a:rPr>
              <a:t>Fonctionnalités secondaires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Envoyer des images et des fichiers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Création des groupes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Historique des messages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Envoyer des gifs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Voir les contacts connectés/déconnectés</a:t>
            </a:r>
            <a:endParaRPr lang="fr-FR" b="1" u="sng" dirty="0">
              <a:latin typeface="Aptos Display" panose="020B0004020202020204" pitchFamily="34" charset="0"/>
            </a:endParaRP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009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AC3F2-1BD3-8FC9-A751-967F7C0AA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FB5C5047-18D2-666E-3FF6-74C07D1F898E}"/>
              </a:ext>
            </a:extLst>
          </p:cNvPr>
          <p:cNvSpPr txBox="1"/>
          <p:nvPr/>
        </p:nvSpPr>
        <p:spPr>
          <a:xfrm>
            <a:off x="3706761" y="333985"/>
            <a:ext cx="41541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u="sng" dirty="0">
                <a:latin typeface="Aptos Display" panose="020B0004020202020204" pitchFamily="34" charset="0"/>
              </a:rPr>
              <a:t>Présentation du projet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E784506-60E9-55EB-79FE-46FE66688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3860" y="122751"/>
            <a:ext cx="1859477" cy="1696217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7D028D47-CE76-52F6-0C42-C7414A6ECAB1}"/>
              </a:ext>
            </a:extLst>
          </p:cNvPr>
          <p:cNvSpPr txBox="1"/>
          <p:nvPr/>
        </p:nvSpPr>
        <p:spPr>
          <a:xfrm>
            <a:off x="488663" y="1040058"/>
            <a:ext cx="44078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u="sng" dirty="0">
                <a:latin typeface="Aptos Display" panose="020B0004020202020204" pitchFamily="34" charset="0"/>
              </a:rPr>
              <a:t>un chat réseaux </a:t>
            </a:r>
            <a:r>
              <a:rPr lang="fr-FR" sz="2000" b="1" u="sng" dirty="0">
                <a:latin typeface="Aptos Display" panose="020B0004020202020204" pitchFamily="34" charset="0"/>
              </a:rPr>
              <a:t>multi-utilisateur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617EF53E-7251-382D-3FC2-A65571B3DE37}"/>
              </a:ext>
            </a:extLst>
          </p:cNvPr>
          <p:cNvSpPr txBox="1"/>
          <p:nvPr/>
        </p:nvSpPr>
        <p:spPr>
          <a:xfrm>
            <a:off x="3076823" y="1623021"/>
            <a:ext cx="47840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u="sng" dirty="0">
                <a:latin typeface="Aptos Display" panose="020B0004020202020204" pitchFamily="34" charset="0"/>
              </a:rPr>
              <a:t>Connexion et sécurité des comptes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B4F750B-FC1B-FD2A-5231-8FED5B644F90}"/>
              </a:ext>
            </a:extLst>
          </p:cNvPr>
          <p:cNvSpPr txBox="1"/>
          <p:nvPr/>
        </p:nvSpPr>
        <p:spPr>
          <a:xfrm>
            <a:off x="1500103" y="2295178"/>
            <a:ext cx="205203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>
                <a:latin typeface="Aptos Display" panose="020B0004020202020204" pitchFamily="34" charset="0"/>
              </a:rPr>
              <a:t>Connexion</a:t>
            </a:r>
            <a:r>
              <a:rPr lang="fr-FR" u="sng" dirty="0">
                <a:latin typeface="Aptos Display" panose="020B0004020202020204" pitchFamily="34" charset="0"/>
              </a:rPr>
              <a:t>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Nom d’utilisation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Mot de passe 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49549AC7-6C61-671C-8646-EE4387E4B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192" y="3429000"/>
            <a:ext cx="3147860" cy="3215949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C70410CA-2EDE-6F52-9FE0-A43D0E398AEE}"/>
              </a:ext>
            </a:extLst>
          </p:cNvPr>
          <p:cNvSpPr txBox="1"/>
          <p:nvPr/>
        </p:nvSpPr>
        <p:spPr>
          <a:xfrm>
            <a:off x="5157739" y="3218508"/>
            <a:ext cx="270315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>
                <a:latin typeface="Aptos Display" panose="020B0004020202020204" pitchFamily="34" charset="0"/>
              </a:rPr>
              <a:t>Inscription</a:t>
            </a:r>
            <a:r>
              <a:rPr lang="fr-FR" u="sng" dirty="0">
                <a:latin typeface="Aptos Display" panose="020B0004020202020204" pitchFamily="34" charset="0"/>
              </a:rPr>
              <a:t> :</a:t>
            </a:r>
          </a:p>
          <a:p>
            <a:r>
              <a:rPr lang="fr-FR" dirty="0">
                <a:latin typeface="Aptos" panose="020B0004020202020204" pitchFamily="34" charset="0"/>
              </a:rPr>
              <a:t>Restriction sur les mots de passe : </a:t>
            </a:r>
          </a:p>
          <a:p>
            <a:r>
              <a:rPr lang="fr-FR" dirty="0">
                <a:latin typeface="Aptos" panose="020B0004020202020204" pitchFamily="34" charset="0"/>
              </a:rPr>
              <a:t>• 8 caractères minimum • Une majuscule </a:t>
            </a:r>
          </a:p>
          <a:p>
            <a:r>
              <a:rPr lang="fr-FR" dirty="0">
                <a:latin typeface="Aptos" panose="020B0004020202020204" pitchFamily="34" charset="0"/>
              </a:rPr>
              <a:t>• Une minuscule </a:t>
            </a:r>
          </a:p>
          <a:p>
            <a:r>
              <a:rPr lang="fr-FR" dirty="0">
                <a:latin typeface="Aptos" panose="020B0004020202020204" pitchFamily="34" charset="0"/>
              </a:rPr>
              <a:t>• Un chiffre </a:t>
            </a:r>
          </a:p>
          <a:p>
            <a:r>
              <a:rPr lang="fr-FR" dirty="0">
                <a:latin typeface="Aptos" panose="020B0004020202020204" pitchFamily="34" charset="0"/>
              </a:rPr>
              <a:t>• Un caractère spécial (@, ?, %, !, …)</a:t>
            </a:r>
            <a:endParaRPr lang="fr-FR" u="sng" dirty="0">
              <a:latin typeface="Aptos" panose="020B000402020202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7044476A-A6F8-600B-FCD7-1F2F0AB475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2379" y="1897624"/>
            <a:ext cx="3321696" cy="4720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0140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C41EE-C7C0-2D7F-4169-4BF1C99E8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DCAA6DC6-D9B6-7F94-CCEE-1D865566B8AC}"/>
              </a:ext>
            </a:extLst>
          </p:cNvPr>
          <p:cNvSpPr txBox="1"/>
          <p:nvPr/>
        </p:nvSpPr>
        <p:spPr>
          <a:xfrm>
            <a:off x="4018935" y="347554"/>
            <a:ext cx="41541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u="sng" dirty="0">
                <a:latin typeface="Aptos Display" panose="020B0004020202020204" pitchFamily="34" charset="0"/>
              </a:rPr>
              <a:t>Présentation du projet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069FC91-5936-B5A0-4C86-0974534B07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81680"/>
            <a:ext cx="1428891" cy="130343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9D958C1-BC7D-92FB-0672-C887641F72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5853" y="1352499"/>
            <a:ext cx="6760292" cy="5293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CACC78B5-47F1-7FCD-A008-8E96C2A9CA41}"/>
              </a:ext>
            </a:extLst>
          </p:cNvPr>
          <p:cNvSpPr txBox="1"/>
          <p:nvPr/>
        </p:nvSpPr>
        <p:spPr>
          <a:xfrm>
            <a:off x="3944608" y="902565"/>
            <a:ext cx="4302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u="sng" dirty="0"/>
              <a:t>Diagramme de cas d’utilisation</a:t>
            </a:r>
          </a:p>
        </p:txBody>
      </p:sp>
    </p:spTree>
    <p:extLst>
      <p:ext uri="{BB962C8B-B14F-4D97-AF65-F5344CB8AC3E}">
        <p14:creationId xmlns:p14="http://schemas.microsoft.com/office/powerpoint/2010/main" val="9168557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071C7-19B7-CE14-F39C-3515128F0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AB9F68F1-512D-2FC9-3BD5-4C8F4DA11E9C}"/>
              </a:ext>
            </a:extLst>
          </p:cNvPr>
          <p:cNvSpPr txBox="1"/>
          <p:nvPr/>
        </p:nvSpPr>
        <p:spPr>
          <a:xfrm>
            <a:off x="4018935" y="347554"/>
            <a:ext cx="41541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u="sng">
                <a:latin typeface="Aptos Display" panose="020B0004020202020204" pitchFamily="34" charset="0"/>
              </a:rPr>
              <a:t>Présentation du projet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DA818D5-3C36-D9C4-4AA4-61B4811E17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81680"/>
            <a:ext cx="1428891" cy="1303436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59030587-CC8D-CE2A-848B-313FE7EE8597}"/>
              </a:ext>
            </a:extLst>
          </p:cNvPr>
          <p:cNvSpPr txBox="1"/>
          <p:nvPr/>
        </p:nvSpPr>
        <p:spPr>
          <a:xfrm>
            <a:off x="3944608" y="902565"/>
            <a:ext cx="35028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u="sng" dirty="0"/>
              <a:t>Diagramme de séquence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5929E55-9910-8499-30CE-21EEB5FDA8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5680" y="1487340"/>
            <a:ext cx="7660640" cy="5149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75831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5E24C-5A3A-0922-00F8-E2957C277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AB949303-1AB3-2932-C0CE-C0D795DB2337}"/>
              </a:ext>
            </a:extLst>
          </p:cNvPr>
          <p:cNvSpPr txBox="1"/>
          <p:nvPr/>
        </p:nvSpPr>
        <p:spPr>
          <a:xfrm>
            <a:off x="4018935" y="347554"/>
            <a:ext cx="41541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u="sng" dirty="0">
                <a:latin typeface="Aptos Display" panose="020B0004020202020204" pitchFamily="34" charset="0"/>
              </a:rPr>
              <a:t>Outils utilisés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0D64C95-51C8-4458-2C4F-6E267C38A9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81680"/>
            <a:ext cx="1428891" cy="1303436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BB863726-A82E-3ACA-30E0-5796FEF7D0D1}"/>
              </a:ext>
            </a:extLst>
          </p:cNvPr>
          <p:cNvSpPr txBox="1"/>
          <p:nvPr/>
        </p:nvSpPr>
        <p:spPr>
          <a:xfrm>
            <a:off x="1207205" y="2028691"/>
            <a:ext cx="2980747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>
                <a:latin typeface="Aptos Display" panose="020B0004020202020204" pitchFamily="34" charset="0"/>
              </a:rPr>
              <a:t>Visual Studio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>
                <a:latin typeface="Aptos Display" panose="020B0004020202020204" pitchFamily="34" charset="0"/>
              </a:rPr>
              <a:t>GitHub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>
                <a:latin typeface="Aptos Display" panose="020B0004020202020204" pitchFamily="34" charset="0"/>
              </a:rPr>
              <a:t>GitHub Desktop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err="1">
                <a:latin typeface="Aptos Display" panose="020B0004020202020204" pitchFamily="34" charset="0"/>
              </a:rPr>
              <a:t>MagicDraw</a:t>
            </a:r>
            <a:r>
              <a:rPr lang="fr-FR" sz="2400">
                <a:latin typeface="Aptos Display" panose="020B0004020202020204" pitchFamily="34" charset="0"/>
              </a:rPr>
              <a:t> UML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>
              <a:latin typeface="Aptos Display" panose="020B0004020202020204" pitchFamily="34" charset="0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14C1D89-A585-02D4-2F5A-1F025FC8552F}"/>
              </a:ext>
            </a:extLst>
          </p:cNvPr>
          <p:cNvSpPr txBox="1"/>
          <p:nvPr/>
        </p:nvSpPr>
        <p:spPr>
          <a:xfrm>
            <a:off x="5827628" y="1951672"/>
            <a:ext cx="469087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/>
              <a:t>Langages de programmation utilisés:</a:t>
            </a:r>
          </a:p>
          <a:p>
            <a:endParaRPr lang="fr-FR"/>
          </a:p>
          <a:p>
            <a:pPr marL="285750" indent="-285750">
              <a:buFontTx/>
              <a:buChar char="-"/>
            </a:pPr>
            <a:r>
              <a:rPr lang="fr-FR"/>
              <a:t>Python</a:t>
            </a:r>
          </a:p>
          <a:p>
            <a:pPr marL="285750" indent="-285750">
              <a:buFontTx/>
              <a:buChar char="-"/>
            </a:pPr>
            <a:r>
              <a:rPr lang="fr-FR"/>
              <a:t>HTML/CSS</a:t>
            </a:r>
          </a:p>
          <a:p>
            <a:pPr marL="285750" indent="-285750">
              <a:buFontTx/>
              <a:buChar char="-"/>
            </a:pPr>
            <a:r>
              <a:rPr lang="fr-FR"/>
              <a:t>JavaScript</a:t>
            </a:r>
          </a:p>
        </p:txBody>
      </p:sp>
    </p:spTree>
    <p:extLst>
      <p:ext uri="{BB962C8B-B14F-4D97-AF65-F5344CB8AC3E}">
        <p14:creationId xmlns:p14="http://schemas.microsoft.com/office/powerpoint/2010/main" val="4377153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7465610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</TotalTime>
  <Words>160</Words>
  <Application>Microsoft Office PowerPoint</Application>
  <PresentationFormat>Grand écran</PresentationFormat>
  <Paragraphs>50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Grandview Display</vt:lpstr>
      <vt:lpstr>DashVTI</vt:lpstr>
      <vt:lpstr>Chat réseaux multi-utilisateur  TOKI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Yoann GNANGLA</dc:creator>
  <cp:lastModifiedBy>Yoann GNANGLA</cp:lastModifiedBy>
  <cp:revision>4</cp:revision>
  <dcterms:created xsi:type="dcterms:W3CDTF">2026-04-09T23:11:54Z</dcterms:created>
  <dcterms:modified xsi:type="dcterms:W3CDTF">2026-04-10T08:00:01Z</dcterms:modified>
</cp:coreProperties>
</file>