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1" r:id="rId8"/>
    <p:sldId id="265" r:id="rId9"/>
    <p:sldId id="262" r:id="rId1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001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01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1208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10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80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6401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216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6869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43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63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280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‹N°›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759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63FDE48-B4AE-4B8C-52CA-9032422EFB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573" y="1371600"/>
            <a:ext cx="3250069" cy="2696866"/>
          </a:xfrm>
        </p:spPr>
        <p:txBody>
          <a:bodyPr anchor="t">
            <a:normAutofit fontScale="90000"/>
          </a:bodyPr>
          <a:lstStyle/>
          <a:p>
            <a:r>
              <a:rPr lang="fr-FR" sz="4400" dirty="0"/>
              <a:t>Chat réseaux multi-utilisateur </a:t>
            </a:r>
            <a:br>
              <a:rPr lang="fr-FR" sz="4400" dirty="0"/>
            </a:br>
            <a:r>
              <a:rPr lang="fr-FR" sz="4400" dirty="0"/>
              <a:t>TOKI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5E89DB4-843D-490A-8346-F06E9F1415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950" y="4532626"/>
            <a:ext cx="3250068" cy="1140304"/>
          </a:xfrm>
        </p:spPr>
        <p:txBody>
          <a:bodyPr anchor="b">
            <a:normAutofit fontScale="92500" lnSpcReduction="10000"/>
          </a:bodyPr>
          <a:lstStyle/>
          <a:p>
            <a:r>
              <a:rPr lang="fr-FR" dirty="0">
                <a:latin typeface="Aptos Display" panose="020B0004020202020204" pitchFamily="34" charset="0"/>
              </a:rPr>
              <a:t>Brando </a:t>
            </a:r>
            <a:r>
              <a:rPr lang="fr-FR" dirty="0" err="1">
                <a:latin typeface="Aptos Display" panose="020B0004020202020204" pitchFamily="34" charset="0"/>
              </a:rPr>
              <a:t>Colamarco</a:t>
            </a:r>
            <a:br>
              <a:rPr lang="fr-FR" dirty="0">
                <a:latin typeface="Aptos Display" panose="020B0004020202020204" pitchFamily="34" charset="0"/>
              </a:rPr>
            </a:br>
            <a:r>
              <a:rPr lang="fr-FR" dirty="0" err="1">
                <a:latin typeface="Aptos Display" panose="020B0004020202020204" pitchFamily="34" charset="0"/>
              </a:rPr>
              <a:t>Vento</a:t>
            </a:r>
            <a:r>
              <a:rPr lang="fr-FR" dirty="0">
                <a:latin typeface="Aptos Display" panose="020B0004020202020204" pitchFamily="34" charset="0"/>
              </a:rPr>
              <a:t> </a:t>
            </a:r>
            <a:r>
              <a:rPr lang="fr-FR" dirty="0" err="1">
                <a:latin typeface="Aptos Display" panose="020B0004020202020204" pitchFamily="34" charset="0"/>
              </a:rPr>
              <a:t>DiazBOD</a:t>
            </a:r>
            <a:endParaRPr lang="fr-FR" dirty="0">
              <a:latin typeface="Aptos Display" panose="020B0004020202020204" pitchFamily="34" charset="0"/>
            </a:endParaRPr>
          </a:p>
          <a:p>
            <a:r>
              <a:rPr lang="fr-FR" dirty="0">
                <a:latin typeface="Aptos Display" panose="020B0004020202020204" pitchFamily="34" charset="0"/>
              </a:rPr>
              <a:t>Yoann Gnangla</a:t>
            </a:r>
          </a:p>
        </p:txBody>
      </p:sp>
      <p:cxnSp>
        <p:nvCxnSpPr>
          <p:cNvPr id="17" name="Straight Connector 11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895113F-1C7F-681E-00DB-1844143DE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723" y="1031001"/>
            <a:ext cx="5343815" cy="4873408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CCCF927-5BCD-49BF-F786-40C5A1066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578" y="91124"/>
            <a:ext cx="2908044" cy="88399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5793F7C-45AE-BA90-E620-EE6B614E1DB6}"/>
              </a:ext>
            </a:extLst>
          </p:cNvPr>
          <p:cNvSpPr txBox="1"/>
          <p:nvPr/>
        </p:nvSpPr>
        <p:spPr>
          <a:xfrm>
            <a:off x="9917551" y="5904409"/>
            <a:ext cx="1196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ptos Display" panose="020B0004020202020204" pitchFamily="34" charset="0"/>
              </a:rPr>
              <a:t>BTS CIEL 1</a:t>
            </a:r>
          </a:p>
        </p:txBody>
      </p:sp>
    </p:spTree>
    <p:extLst>
      <p:ext uri="{BB962C8B-B14F-4D97-AF65-F5344CB8AC3E}">
        <p14:creationId xmlns:p14="http://schemas.microsoft.com/office/powerpoint/2010/main" val="1874097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7A6F897-DD4B-04A8-EB09-1937E46A5DAB}"/>
              </a:ext>
            </a:extLst>
          </p:cNvPr>
          <p:cNvSpPr txBox="1"/>
          <p:nvPr/>
        </p:nvSpPr>
        <p:spPr>
          <a:xfrm>
            <a:off x="643573" y="1371600"/>
            <a:ext cx="3250069" cy="269686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fr-FR" sz="4400" b="1" noProof="0" dirty="0">
                <a:latin typeface="+mj-lt"/>
                <a:ea typeface="+mj-ea"/>
                <a:cs typeface="+mj-cs"/>
              </a:rPr>
              <a:t>Sommaire :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ED01B4-40F2-4CAE-8062-1D4CE8454C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2835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2B906895-4147-1EEE-D5EC-A60F748D268C}"/>
              </a:ext>
            </a:extLst>
          </p:cNvPr>
          <p:cNvSpPr txBox="1"/>
          <p:nvPr/>
        </p:nvSpPr>
        <p:spPr>
          <a:xfrm>
            <a:off x="5378245" y="1730477"/>
            <a:ext cx="4709652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Présentation du projet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Outils utilisés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Explications techniques de la réalisation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Poursuites possibles : Fonctionnalités optionnelles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3200" dirty="0">
                <a:latin typeface="Aptos Display" panose="020B0004020202020204" pitchFamily="34" charset="0"/>
              </a:rPr>
              <a:t>Conclusion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5B911E3-E2BF-798A-CC1C-D7B8F4FD5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73" y="2402602"/>
            <a:ext cx="3515557" cy="320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6865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5999CD16-1FB3-E1F6-A7C8-65C8959C8BBC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612FAC3-518F-4155-4F04-7548BD1F5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927021"/>
            <a:ext cx="3293087" cy="300395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8202CCC8-14A4-F872-CE60-9AB798D512E8}"/>
              </a:ext>
            </a:extLst>
          </p:cNvPr>
          <p:cNvSpPr txBox="1"/>
          <p:nvPr/>
        </p:nvSpPr>
        <p:spPr>
          <a:xfrm>
            <a:off x="1530882" y="1421744"/>
            <a:ext cx="4434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un chat réseaux multi-utilisateur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393E1E9-A573-AB23-AE00-695D4887D0AE}"/>
              </a:ext>
            </a:extLst>
          </p:cNvPr>
          <p:cNvSpPr txBox="1"/>
          <p:nvPr/>
        </p:nvSpPr>
        <p:spPr>
          <a:xfrm>
            <a:off x="1350133" y="2205871"/>
            <a:ext cx="347383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Fonctionnalités principales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Se connecter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Créer un pseudo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Discuter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Ajouter contact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Interface graphique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85D77AA-52F3-E0EF-DD50-F3951BDFE069}"/>
              </a:ext>
            </a:extLst>
          </p:cNvPr>
          <p:cNvSpPr txBox="1"/>
          <p:nvPr/>
        </p:nvSpPr>
        <p:spPr>
          <a:xfrm>
            <a:off x="4984955" y="2205871"/>
            <a:ext cx="275832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Fonctionnalités secondaires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Envoyer des images et des fichiers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Création des groupes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Historique des messages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Envoyer des gifs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Voir les contacts connectés/déconnectés</a:t>
            </a:r>
            <a:endParaRPr lang="fr-FR" b="1" u="sng" dirty="0">
              <a:latin typeface="Aptos Display" panose="020B0004020202020204" pitchFamily="34" charset="0"/>
            </a:endParaRP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009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AC3F2-1BD3-8FC9-A751-967F7C0A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FB5C5047-18D2-666E-3FF6-74C07D1F898E}"/>
              </a:ext>
            </a:extLst>
          </p:cNvPr>
          <p:cNvSpPr txBox="1"/>
          <p:nvPr/>
        </p:nvSpPr>
        <p:spPr>
          <a:xfrm>
            <a:off x="3706761" y="333985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E784506-60E9-55EB-79FE-46FE66688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3860" y="122751"/>
            <a:ext cx="1859477" cy="1696217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D028D47-CE76-52F6-0C42-C7414A6ECAB1}"/>
              </a:ext>
            </a:extLst>
          </p:cNvPr>
          <p:cNvSpPr txBox="1"/>
          <p:nvPr/>
        </p:nvSpPr>
        <p:spPr>
          <a:xfrm>
            <a:off x="488663" y="1040058"/>
            <a:ext cx="44078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un chat réseaux </a:t>
            </a:r>
            <a:r>
              <a:rPr lang="fr-FR" sz="2000" b="1" u="sng" dirty="0">
                <a:latin typeface="Aptos Display" panose="020B0004020202020204" pitchFamily="34" charset="0"/>
              </a:rPr>
              <a:t>multi-utilisateur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617EF53E-7251-382D-3FC2-A65571B3DE37}"/>
              </a:ext>
            </a:extLst>
          </p:cNvPr>
          <p:cNvSpPr txBox="1"/>
          <p:nvPr/>
        </p:nvSpPr>
        <p:spPr>
          <a:xfrm>
            <a:off x="3076823" y="1623021"/>
            <a:ext cx="47840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u="sng" dirty="0">
                <a:latin typeface="Aptos Display" panose="020B0004020202020204" pitchFamily="34" charset="0"/>
              </a:rPr>
              <a:t>Connexion et sécurité des comptes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B4F750B-FC1B-FD2A-5231-8FED5B644F90}"/>
              </a:ext>
            </a:extLst>
          </p:cNvPr>
          <p:cNvSpPr txBox="1"/>
          <p:nvPr/>
        </p:nvSpPr>
        <p:spPr>
          <a:xfrm>
            <a:off x="1500103" y="2295178"/>
            <a:ext cx="205203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Connexion</a:t>
            </a:r>
            <a:r>
              <a:rPr lang="fr-FR" u="sng" dirty="0">
                <a:latin typeface="Aptos Display" panose="020B0004020202020204" pitchFamily="34" charset="0"/>
              </a:rPr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Nom d’utilisation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>
                <a:latin typeface="Aptos Display" panose="020B0004020202020204" pitchFamily="34" charset="0"/>
              </a:rPr>
              <a:t>Mot de passe 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49549AC7-6C61-671C-8646-EE4387E4B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192" y="3429000"/>
            <a:ext cx="3147860" cy="3215949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C70410CA-2EDE-6F52-9FE0-A43D0E398AEE}"/>
              </a:ext>
            </a:extLst>
          </p:cNvPr>
          <p:cNvSpPr txBox="1"/>
          <p:nvPr/>
        </p:nvSpPr>
        <p:spPr>
          <a:xfrm>
            <a:off x="5157739" y="3218508"/>
            <a:ext cx="270315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>
                <a:latin typeface="Aptos Display" panose="020B0004020202020204" pitchFamily="34" charset="0"/>
              </a:rPr>
              <a:t>Inscription</a:t>
            </a:r>
            <a:r>
              <a:rPr lang="fr-FR" u="sng" dirty="0">
                <a:latin typeface="Aptos Display" panose="020B0004020202020204" pitchFamily="34" charset="0"/>
              </a:rPr>
              <a:t> :</a:t>
            </a:r>
          </a:p>
          <a:p>
            <a:r>
              <a:rPr lang="fr-FR" dirty="0">
                <a:latin typeface="Aptos" panose="020B0004020202020204" pitchFamily="34" charset="0"/>
              </a:rPr>
              <a:t>Restriction sur les mots de passe : </a:t>
            </a:r>
          </a:p>
          <a:p>
            <a:r>
              <a:rPr lang="fr-FR" dirty="0">
                <a:latin typeface="Aptos" panose="020B0004020202020204" pitchFamily="34" charset="0"/>
              </a:rPr>
              <a:t>• 8 caractères minimum • Une majuscule </a:t>
            </a:r>
          </a:p>
          <a:p>
            <a:r>
              <a:rPr lang="fr-FR" dirty="0">
                <a:latin typeface="Aptos" panose="020B0004020202020204" pitchFamily="34" charset="0"/>
              </a:rPr>
              <a:t>• Une minuscule </a:t>
            </a:r>
          </a:p>
          <a:p>
            <a:r>
              <a:rPr lang="fr-FR" dirty="0">
                <a:latin typeface="Aptos" panose="020B0004020202020204" pitchFamily="34" charset="0"/>
              </a:rPr>
              <a:t>• Un chiffre </a:t>
            </a:r>
          </a:p>
          <a:p>
            <a:r>
              <a:rPr lang="fr-FR" dirty="0">
                <a:latin typeface="Aptos" panose="020B0004020202020204" pitchFamily="34" charset="0"/>
              </a:rPr>
              <a:t>• Un caractère spécial (@, ?, %, !, …)</a:t>
            </a:r>
            <a:endParaRPr lang="fr-FR" u="sng" dirty="0">
              <a:latin typeface="Aptos" panose="020B000402020202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044476A-A6F8-600B-FCD7-1F2F0AB475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79" y="1897624"/>
            <a:ext cx="3321696" cy="4720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14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C41EE-C7C0-2D7F-4169-4BF1C99E8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DCAA6DC6-D9B6-7F94-CCEE-1D865566B8AC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069FC91-5936-B5A0-4C86-0974534B0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81680"/>
            <a:ext cx="1428891" cy="130343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D958C1-BC7D-92FB-0672-C887641F7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5853" y="1352499"/>
            <a:ext cx="6760292" cy="5293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CACC78B5-47F1-7FCD-A008-8E96C2A9CA41}"/>
              </a:ext>
            </a:extLst>
          </p:cNvPr>
          <p:cNvSpPr txBox="1"/>
          <p:nvPr/>
        </p:nvSpPr>
        <p:spPr>
          <a:xfrm>
            <a:off x="3944608" y="90256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u="sng" dirty="0"/>
              <a:t>Diagramme de cas d’utilisation</a:t>
            </a:r>
          </a:p>
        </p:txBody>
      </p:sp>
    </p:spTree>
    <p:extLst>
      <p:ext uri="{BB962C8B-B14F-4D97-AF65-F5344CB8AC3E}">
        <p14:creationId xmlns:p14="http://schemas.microsoft.com/office/powerpoint/2010/main" val="9168557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071C7-19B7-CE14-F39C-3515128F0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F68F1-512D-2FC9-3BD5-4C8F4DA11E9C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>
                <a:latin typeface="Aptos Display" panose="020B0004020202020204" pitchFamily="34" charset="0"/>
              </a:rPr>
              <a:t>Présentation du projet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A818D5-3C36-D9C4-4AA4-61B4811E1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81680"/>
            <a:ext cx="1428891" cy="1303436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59030587-CC8D-CE2A-848B-313FE7EE8597}"/>
              </a:ext>
            </a:extLst>
          </p:cNvPr>
          <p:cNvSpPr txBox="1"/>
          <p:nvPr/>
        </p:nvSpPr>
        <p:spPr>
          <a:xfrm>
            <a:off x="3944608" y="902565"/>
            <a:ext cx="3502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u="sng" dirty="0"/>
              <a:t>Diagramme de séquence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929E55-9910-8499-30CE-21EEB5FDA8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5680" y="1487340"/>
            <a:ext cx="7660640" cy="5149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583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E24C-5A3A-0922-00F8-E2957C277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AB949303-1AB3-2932-C0CE-C0D795DB2337}"/>
              </a:ext>
            </a:extLst>
          </p:cNvPr>
          <p:cNvSpPr txBox="1"/>
          <p:nvPr/>
        </p:nvSpPr>
        <p:spPr>
          <a:xfrm>
            <a:off x="4018935" y="347554"/>
            <a:ext cx="4154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Outils utilisés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0D64C95-51C8-4458-2C4F-6E267C38A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81680"/>
            <a:ext cx="1428891" cy="1303436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BB863726-A82E-3ACA-30E0-5796FEF7D0D1}"/>
              </a:ext>
            </a:extLst>
          </p:cNvPr>
          <p:cNvSpPr txBox="1"/>
          <p:nvPr/>
        </p:nvSpPr>
        <p:spPr>
          <a:xfrm>
            <a:off x="1207205" y="2028691"/>
            <a:ext cx="298074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Visual Studio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GitHub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>
                <a:latin typeface="Aptos Display" panose="020B0004020202020204" pitchFamily="34" charset="0"/>
              </a:rPr>
              <a:t>GitHub Desktop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400" err="1">
                <a:latin typeface="Aptos Display" panose="020B0004020202020204" pitchFamily="34" charset="0"/>
              </a:rPr>
              <a:t>MagicDraw</a:t>
            </a:r>
            <a:r>
              <a:rPr lang="fr-FR" sz="2400">
                <a:latin typeface="Aptos Display" panose="020B0004020202020204" pitchFamily="34" charset="0"/>
              </a:rPr>
              <a:t> UML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latin typeface="Aptos Display" panose="020B0004020202020204" pitchFamily="34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14C1D89-A585-02D4-2F5A-1F025FC8552F}"/>
              </a:ext>
            </a:extLst>
          </p:cNvPr>
          <p:cNvSpPr txBox="1"/>
          <p:nvPr/>
        </p:nvSpPr>
        <p:spPr>
          <a:xfrm>
            <a:off x="5827628" y="1951672"/>
            <a:ext cx="4690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/>
              <a:t>Langages de programmation utilisés:</a:t>
            </a:r>
          </a:p>
          <a:p>
            <a:endParaRPr lang="fr-FR"/>
          </a:p>
          <a:p>
            <a:pPr marL="285750" indent="-285750">
              <a:buFontTx/>
              <a:buChar char="-"/>
            </a:pPr>
            <a:r>
              <a:rPr lang="fr-FR"/>
              <a:t>Python</a:t>
            </a:r>
          </a:p>
          <a:p>
            <a:pPr marL="285750" indent="-285750">
              <a:buFontTx/>
              <a:buChar char="-"/>
            </a:pPr>
            <a:r>
              <a:rPr lang="fr-FR"/>
              <a:t>HTML/CSS</a:t>
            </a:r>
          </a:p>
          <a:p>
            <a:pPr marL="285750" indent="-285750">
              <a:buFontTx/>
              <a:buChar char="-"/>
            </a:pPr>
            <a:r>
              <a:rPr lang="fr-FR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437715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B9DEF-F848-E4FD-F260-AAB469DA5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3076D1AD-9FE5-0DAE-648B-9266CFC7E3C7}"/>
              </a:ext>
            </a:extLst>
          </p:cNvPr>
          <p:cNvSpPr txBox="1"/>
          <p:nvPr/>
        </p:nvSpPr>
        <p:spPr>
          <a:xfrm>
            <a:off x="1503106" y="551311"/>
            <a:ext cx="91857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3200" b="1" u="sng" dirty="0">
                <a:latin typeface="Aptos Display" panose="020B0004020202020204" pitchFamily="34" charset="0"/>
              </a:rPr>
              <a:t>Poursuites possibles : Fonctionnalités optionnelles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DFBB76B-A9B4-B16A-F91A-2AA8E1C5A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5578" y="481680"/>
            <a:ext cx="1428891" cy="1303436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259BCCE2-C5D8-625D-91C8-F31112D2D6DF}"/>
              </a:ext>
            </a:extLst>
          </p:cNvPr>
          <p:cNvSpPr txBox="1"/>
          <p:nvPr/>
        </p:nvSpPr>
        <p:spPr>
          <a:xfrm>
            <a:off x="4696917" y="2830135"/>
            <a:ext cx="481087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Envoie de fichiers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Supprimer les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800" dirty="0">
                <a:latin typeface="Aptos Display" panose="020B0004020202020204" pitchFamily="34" charset="0"/>
              </a:rPr>
              <a:t>Confirmation de compte par email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D01F8D7-E8A5-1410-E19B-94C7B2492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733" y="3230076"/>
            <a:ext cx="2819644" cy="2034716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4057975C-4149-C800-AB5D-7E4B647322D6}"/>
              </a:ext>
            </a:extLst>
          </p:cNvPr>
          <p:cNvSpPr txBox="1"/>
          <p:nvPr/>
        </p:nvSpPr>
        <p:spPr>
          <a:xfrm>
            <a:off x="562734" y="5383359"/>
            <a:ext cx="28196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Pas possible de voir un contact connecter ou déconnecter </a:t>
            </a:r>
          </a:p>
        </p:txBody>
      </p:sp>
    </p:spTree>
    <p:extLst>
      <p:ext uri="{BB962C8B-B14F-4D97-AF65-F5344CB8AC3E}">
        <p14:creationId xmlns:p14="http://schemas.microsoft.com/office/powerpoint/2010/main" val="11320414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7465610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</TotalTime>
  <Words>185</Words>
  <Application>Microsoft Office PowerPoint</Application>
  <PresentationFormat>Grand écran</PresentationFormat>
  <Paragraphs>55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Grandview Display</vt:lpstr>
      <vt:lpstr>DashVTI</vt:lpstr>
      <vt:lpstr>Chat réseaux multi-utilisateur  TOKI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Yoann GNANGLA</dc:creator>
  <cp:lastModifiedBy>Yoann GNANGLA</cp:lastModifiedBy>
  <cp:revision>5</cp:revision>
  <dcterms:created xsi:type="dcterms:W3CDTF">2026-04-09T23:11:54Z</dcterms:created>
  <dcterms:modified xsi:type="dcterms:W3CDTF">2026-04-10T08:46:43Z</dcterms:modified>
</cp:coreProperties>
</file>