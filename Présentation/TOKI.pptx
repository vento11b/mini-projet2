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01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120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8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640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21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8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43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3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80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59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3FDE48-B4AE-4B8C-52CA-9032422EF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 fontScale="90000"/>
          </a:bodyPr>
          <a:lstStyle/>
          <a:p>
            <a:r>
              <a:rPr lang="fr-FR" sz="4400" dirty="0"/>
              <a:t>Chat réseaux multi-utilisateur </a:t>
            </a:r>
            <a:br>
              <a:rPr lang="fr-FR" sz="4400" dirty="0"/>
            </a:br>
            <a:r>
              <a:rPr lang="fr-FR" sz="4400" dirty="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E89DB4-843D-490A-8346-F06E9F141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 fontScale="92500" lnSpcReduction="10000"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Brando </a:t>
            </a:r>
            <a:r>
              <a:rPr lang="fr-FR" dirty="0" err="1">
                <a:latin typeface="Aptos Display" panose="020B0004020202020204" pitchFamily="34" charset="0"/>
              </a:rPr>
              <a:t>Colamarco</a:t>
            </a:r>
            <a:br>
              <a:rPr lang="fr-FR" dirty="0">
                <a:latin typeface="Aptos Display" panose="020B0004020202020204" pitchFamily="34" charset="0"/>
              </a:rPr>
            </a:br>
            <a:r>
              <a:rPr lang="fr-FR" dirty="0" err="1">
                <a:latin typeface="Aptos Display" panose="020B0004020202020204" pitchFamily="34" charset="0"/>
              </a:rPr>
              <a:t>Vento</a:t>
            </a:r>
            <a:r>
              <a:rPr lang="fr-FR" dirty="0">
                <a:latin typeface="Aptos Display" panose="020B0004020202020204" pitchFamily="34" charset="0"/>
              </a:rPr>
              <a:t> </a:t>
            </a:r>
            <a:r>
              <a:rPr lang="fr-FR" dirty="0" err="1">
                <a:latin typeface="Aptos Display" panose="020B0004020202020204" pitchFamily="34" charset="0"/>
              </a:rPr>
              <a:t>DiazBOD</a:t>
            </a:r>
            <a:endParaRPr lang="fr-FR" dirty="0">
              <a:latin typeface="Aptos Display" panose="020B0004020202020204" pitchFamily="34" charset="0"/>
            </a:endParaRPr>
          </a:p>
          <a:p>
            <a:r>
              <a:rPr lang="fr-FR" dirty="0">
                <a:latin typeface="Aptos Display" panose="020B0004020202020204" pitchFamily="34" charset="0"/>
              </a:rPr>
              <a:t>Yoann Gnangla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895113F-1C7F-681E-00DB-1844143DE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723" y="1031001"/>
            <a:ext cx="5343815" cy="48734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CCF927-5BCD-49BF-F786-40C5A1066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578" y="91124"/>
            <a:ext cx="2908044" cy="88399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793F7C-45AE-BA90-E620-EE6B614E1DB6}"/>
              </a:ext>
            </a:extLst>
          </p:cNvPr>
          <p:cNvSpPr txBox="1"/>
          <p:nvPr/>
        </p:nvSpPr>
        <p:spPr>
          <a:xfrm>
            <a:off x="9917551" y="5904409"/>
            <a:ext cx="1196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BTS CIEL 1</a:t>
            </a:r>
          </a:p>
        </p:txBody>
      </p:sp>
    </p:spTree>
    <p:extLst>
      <p:ext uri="{BB962C8B-B14F-4D97-AF65-F5344CB8AC3E}">
        <p14:creationId xmlns:p14="http://schemas.microsoft.com/office/powerpoint/2010/main" val="187409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7A6F897-DD4B-04A8-EB09-1937E46A5DAB}"/>
              </a:ext>
            </a:extLst>
          </p:cNvPr>
          <p:cNvSpPr txBox="1"/>
          <p:nvPr/>
        </p:nvSpPr>
        <p:spPr>
          <a:xfrm>
            <a:off x="643573" y="1371600"/>
            <a:ext cx="3250069" cy="2696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fr-FR" sz="4400" b="1" noProof="0" dirty="0">
                <a:latin typeface="+mj-lt"/>
                <a:ea typeface="+mj-ea"/>
                <a:cs typeface="+mj-cs"/>
              </a:rPr>
              <a:t>Sommaire 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2B906895-4147-1EEE-D5EC-A60F748D268C}"/>
              </a:ext>
            </a:extLst>
          </p:cNvPr>
          <p:cNvSpPr txBox="1"/>
          <p:nvPr/>
        </p:nvSpPr>
        <p:spPr>
          <a:xfrm>
            <a:off x="5378245" y="1730477"/>
            <a:ext cx="470965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Présentation du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Outils utilisés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Explications techniques de la réalisation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Poursuites possibles : Fonctionnalités optionnelles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86865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999CD16-1FB3-E1F6-A7C8-65C8959C8BBC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12FAC3-518F-4155-4F04-7548BD1F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927021"/>
            <a:ext cx="3293087" cy="300395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202CCC8-14A4-F872-CE60-9AB798D512E8}"/>
              </a:ext>
            </a:extLst>
          </p:cNvPr>
          <p:cNvSpPr txBox="1"/>
          <p:nvPr/>
        </p:nvSpPr>
        <p:spPr>
          <a:xfrm>
            <a:off x="1530882" y="1421744"/>
            <a:ext cx="4434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un chat réseaux multi-utilisateur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93E1E9-A573-AB23-AE00-695D4887D0AE}"/>
              </a:ext>
            </a:extLst>
          </p:cNvPr>
          <p:cNvSpPr txBox="1"/>
          <p:nvPr/>
        </p:nvSpPr>
        <p:spPr>
          <a:xfrm>
            <a:off x="1350133" y="2205871"/>
            <a:ext cx="34738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Fonctionnalités principales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Se connecter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Créer un pseudo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Discuter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Ajouter contact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Interface graphique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5D77AA-52F3-E0EF-DD50-F3951BDFE069}"/>
              </a:ext>
            </a:extLst>
          </p:cNvPr>
          <p:cNvSpPr txBox="1"/>
          <p:nvPr/>
        </p:nvSpPr>
        <p:spPr>
          <a:xfrm>
            <a:off x="4984955" y="2205871"/>
            <a:ext cx="275832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Fonctionnalités secondaires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Envoyer des images et des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Création des groupes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Historique des messages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Envoyer des gifs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Voir les contacts connectés/déconnectés</a:t>
            </a:r>
            <a:endParaRPr lang="fr-FR" b="1" u="sng" dirty="0">
              <a:latin typeface="Aptos Display" panose="020B0004020202020204" pitchFamily="34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00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AC3F2-1BD3-8FC9-A751-967F7C0A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B5C5047-18D2-666E-3FF6-74C07D1F898E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784506-60E9-55EB-79FE-46FE66688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529" y="728435"/>
            <a:ext cx="2703151" cy="246581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D028D47-CE76-52F6-0C42-C7414A6ECAB1}"/>
              </a:ext>
            </a:extLst>
          </p:cNvPr>
          <p:cNvSpPr txBox="1"/>
          <p:nvPr/>
        </p:nvSpPr>
        <p:spPr>
          <a:xfrm>
            <a:off x="488663" y="1040058"/>
            <a:ext cx="44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un chat réseaux </a:t>
            </a:r>
            <a:r>
              <a:rPr lang="fr-FR" sz="2000" b="1" u="sng" dirty="0">
                <a:latin typeface="Aptos Display" panose="020B0004020202020204" pitchFamily="34" charset="0"/>
              </a:rPr>
              <a:t>multi-utilisateur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7EF53E-7251-382D-3FC2-A65571B3DE37}"/>
              </a:ext>
            </a:extLst>
          </p:cNvPr>
          <p:cNvSpPr txBox="1"/>
          <p:nvPr/>
        </p:nvSpPr>
        <p:spPr>
          <a:xfrm>
            <a:off x="3076823" y="1623021"/>
            <a:ext cx="4784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Connexion et sécurité des comptes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B4F750B-FC1B-FD2A-5231-8FED5B644F90}"/>
              </a:ext>
            </a:extLst>
          </p:cNvPr>
          <p:cNvSpPr txBox="1"/>
          <p:nvPr/>
        </p:nvSpPr>
        <p:spPr>
          <a:xfrm>
            <a:off x="610320" y="2084686"/>
            <a:ext cx="132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Connexion :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9549AC7-6C61-671C-8646-EE4387E4B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727" y="3429000"/>
            <a:ext cx="3147860" cy="321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4035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91</Words>
  <Application>Microsoft Office PowerPoint</Application>
  <PresentationFormat>Grand écran</PresentationFormat>
  <Paragraphs>28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 Display</vt:lpstr>
      <vt:lpstr>Arial</vt:lpstr>
      <vt:lpstr>Grandview Display</vt:lpstr>
      <vt:lpstr>DashVTI</vt:lpstr>
      <vt:lpstr>Chat réseaux multi-utilisateur  TOKI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GNANGLA</dc:creator>
  <cp:lastModifiedBy>Yoann GNANGLA</cp:lastModifiedBy>
  <cp:revision>1</cp:revision>
  <dcterms:created xsi:type="dcterms:W3CDTF">2026-04-09T23:11:54Z</dcterms:created>
  <dcterms:modified xsi:type="dcterms:W3CDTF">2026-04-10T00:35:18Z</dcterms:modified>
</cp:coreProperties>
</file>