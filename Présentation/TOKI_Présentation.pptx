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FC2A0-3F23-4DD1-A786-028D20A57C40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B902C-E123-42B3-B437-0F180C9A581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547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principe du sujet n°2 est de développer un Chat en ligne en client/serveur. Le sujet n°2 doit avoir des fonctionnalités minimales. Un serveur TCP, Plusieurs clients connectés, Envoi du message à tous les clients, Pseudo utilisateur. On pouvait aussi y rajouter quelques extensions possibles comme : Les salons de discussion, les messages privés, l’historique des messages, et une interface graphique.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B902C-E123-42B3-B437-0F180C9A581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5827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9ADA4E-75C0-645B-2DB3-412AD3AB6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92C766-F88C-C608-B8C6-7C233C797D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70D749-2548-A71D-E3C3-07F26FE4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27704F-0845-93DD-1CBB-6ABB66007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95C75F-BBE6-43A6-358E-0C3D1C86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402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820E3-C8B0-2976-38FE-0EA593CD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66AA99-2BBE-D12A-9193-B7CD8D026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410DC24-8BBB-0DCC-136D-C83810EF6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DFDA46-1D4F-81E4-2F60-BDC643B2A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21C3B0-D646-7A13-5ADA-59ED8B95C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82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88E273-DC3D-8AFD-24AC-D84E9D636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679754E-179B-0657-F8EE-19102A2C6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11D25A-0683-822D-060B-79784A214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C80CCF-7791-4C8B-4466-BF0031FF8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D40D19-42A5-D330-6CEC-B7B379D8A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105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6C11F-8E86-E642-AF98-C207C55B5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751F22-3020-6F86-0E89-D13047563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5717ACD-D8D0-F5C6-0ED5-BCCDFD9D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3ADA279-FAF2-65DB-9E37-17E8935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BCA3EE-AF4E-7207-94C4-928F8125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FBFECFE-7982-5639-E3EF-C1034210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454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F49D69-A995-4873-43E3-7A63FA88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8F287D-D464-4EBA-D66F-4020371BC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BBE6D72-B044-0760-360D-AE823C3E9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6E524E6-7A3A-55E0-82F3-5A46CC4646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FA805DE-5ABF-2D4E-40CE-59E99FE4D3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4FDCAD6-EB9F-19EB-1632-0CCA99E6D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48C372F-88E5-8189-E468-FD814620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F4BDAE-DF67-8E05-74DE-FC433A45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62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B8F488-9D97-D866-D45B-06D1FDED5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45DFD72-CF29-FD19-5851-9F40545A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B6887A5-D6EC-A873-C450-B1FB15614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AB078F4-C058-05EF-FD4F-CD77D72C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7308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F55E9A-0610-D3E3-AB83-53C54952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9AAF6F-08EA-EFA6-F2D2-B80B9F5D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34C782-9207-FF63-D33A-EE5D859D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467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0AFC38-F3E9-1EC2-EAD3-B7DBFDD89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75B64-AB3F-1104-DDFC-DF0D9A76D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AB815E-C306-CBF2-5925-4C88008D2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409FD3F-4FCA-F05D-E109-9A9632E65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C6F605-E484-8FDE-FC2C-E0EABCAB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47C53C-EB20-62E5-EBDF-3905DD58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413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857A75-82B1-EC2F-1C22-C5C7245F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D76F376-CD7C-C057-0A7C-062141D4D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247197-4B2A-233D-4670-D8E5F4238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A7BA55-D971-A2E5-531F-B8F40308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6D88E1B-1C4A-5263-921A-5ED7C2B15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89D235-FB53-0688-8466-E3DC6D49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602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9005CE-F52E-0A39-B928-31E84329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76FD858-69E3-F74E-00A6-ACA127994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DB4334-A22E-AD40-E1A4-506A89803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C0FE4E-F8CB-14B5-CDB8-15387B75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8DCCFB-3E32-7B74-A03B-D88A84353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03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AB5F27D-A63B-BBCD-47D4-6AA2DAB54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5929D2-6663-99D1-12C1-FED72A3E4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16CDE-C7F4-B9C4-05DD-CDFCA38C9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B7E949-23EC-8084-9FE4-0651203C1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D296DB-F716-2A96-0C62-9F5CE68E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86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7A67AE2-4DED-4A9E-F160-C59206B22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D3780B9-4541-6682-9C16-C318B7B60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395DBE-A359-AA58-7863-EDE11949D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FD028-DBDF-4805-821C-A9BCE85D8C0A}" type="datetimeFigureOut">
              <a:rPr lang="fr-FR" smtClean="0"/>
              <a:t>07/04/2026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A5EB346-E5F9-2856-67DD-01CE3F8B0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44BCB6-856E-026D-EB90-1FCE93A90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79DE70-E4C9-4B0D-960B-3FF5FBC088C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250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54DEFB-C5E9-352B-DDF9-7F3B5FEC7D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TOKI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EDB2C1-B14A-57BE-B966-DD89F32368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Mini-Projet – Chat Multi-utilisateurs</a:t>
            </a:r>
          </a:p>
        </p:txBody>
      </p:sp>
    </p:spTree>
    <p:extLst>
      <p:ext uri="{BB962C8B-B14F-4D97-AF65-F5344CB8AC3E}">
        <p14:creationId xmlns:p14="http://schemas.microsoft.com/office/powerpoint/2010/main" val="4152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A6CE73-0B06-ED25-0633-AC73CC93A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C758AFD-D884-2B85-5E51-B3A7DB489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  <a:p>
            <a:r>
              <a:rPr lang="fr-FR" dirty="0"/>
              <a:t>Choix personnels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325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10E0F-08A1-D931-CF49-E44A99BBA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614A7CFE-CF6B-F1C4-786C-83610B126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Deux sujets étaient possibles pour ce mini-projet :</a:t>
            </a:r>
          </a:p>
          <a:p>
            <a:pPr lvl="1"/>
            <a:r>
              <a:rPr lang="fr-FR" dirty="0"/>
              <a:t>Sujet 1 : Chat réseau multi-utilisateurs</a:t>
            </a:r>
          </a:p>
          <a:p>
            <a:pPr lvl="1"/>
            <a:r>
              <a:rPr lang="fr-FR" dirty="0"/>
              <a:t>Sujet 2 : Jeu réseau simple</a:t>
            </a:r>
          </a:p>
          <a:p>
            <a:pPr marL="457200" lvl="1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Nous avons choisi le sujet 2</a:t>
            </a:r>
          </a:p>
        </p:txBody>
      </p:sp>
    </p:spTree>
    <p:extLst>
      <p:ext uri="{BB962C8B-B14F-4D97-AF65-F5344CB8AC3E}">
        <p14:creationId xmlns:p14="http://schemas.microsoft.com/office/powerpoint/2010/main" val="82641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B06DDC-5964-0508-8F9B-298C59149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Outils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A16317-8860-D275-FBA4-B537C4C69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Visual Studio Code</a:t>
            </a:r>
          </a:p>
          <a:p>
            <a:endParaRPr lang="fr-FR" dirty="0"/>
          </a:p>
          <a:p>
            <a:r>
              <a:rPr lang="fr-FR" dirty="0"/>
              <a:t>Langages:</a:t>
            </a:r>
          </a:p>
          <a:p>
            <a:pPr marL="0" indent="0">
              <a:buNone/>
            </a:pPr>
            <a:r>
              <a:rPr lang="fr-FR" dirty="0"/>
              <a:t>Python, HTML/CSS, Javascript</a:t>
            </a:r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BAAD537D-4DAD-6EEB-86A0-53E139586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8988" y="1976370"/>
            <a:ext cx="3833811" cy="349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5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81AEB-B027-8B62-6848-D7EB27319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D3A00D-69F8-D876-6495-6E269AE353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72907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127</Words>
  <Application>Microsoft Office PowerPoint</Application>
  <PresentationFormat>Grand écran</PresentationFormat>
  <Paragraphs>18</Paragraphs>
  <Slides>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Thème Office</vt:lpstr>
      <vt:lpstr>TOKI</vt:lpstr>
      <vt:lpstr>Sommaire</vt:lpstr>
      <vt:lpstr>Contexte</vt:lpstr>
      <vt:lpstr>Outils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 COLAMARCO</dc:creator>
  <cp:lastModifiedBy>Brando COLAMARCO</cp:lastModifiedBy>
  <cp:revision>1</cp:revision>
  <dcterms:created xsi:type="dcterms:W3CDTF">2026-04-07T09:35:52Z</dcterms:created>
  <dcterms:modified xsi:type="dcterms:W3CDTF">2026-04-07T10:07:44Z</dcterms:modified>
</cp:coreProperties>
</file>